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kennedy" userId="d73e2e5c96da37e1" providerId="LiveId" clId="{AF90868A-455A-478F-B257-245F48E88B9A}"/>
    <pc:docChg chg="modSld">
      <pc:chgData name="joseph kennedy" userId="d73e2e5c96da37e1" providerId="LiveId" clId="{AF90868A-455A-478F-B257-245F48E88B9A}" dt="2026-07-16T20:25:35.859" v="8" actId="1076"/>
      <pc:docMkLst>
        <pc:docMk/>
      </pc:docMkLst>
      <pc:sldChg chg="modSp mod">
        <pc:chgData name="joseph kennedy" userId="d73e2e5c96da37e1" providerId="LiveId" clId="{AF90868A-455A-478F-B257-245F48E88B9A}" dt="2026-07-16T20:23:05.514" v="6" actId="14100"/>
        <pc:sldMkLst>
          <pc:docMk/>
          <pc:sldMk cId="0" sldId="265"/>
        </pc:sldMkLst>
        <pc:picChg chg="mod">
          <ac:chgData name="joseph kennedy" userId="d73e2e5c96da37e1" providerId="LiveId" clId="{AF90868A-455A-478F-B257-245F48E88B9A}" dt="2026-07-16T20:23:05.514" v="6" actId="14100"/>
          <ac:picMkLst>
            <pc:docMk/>
            <pc:sldMk cId="0" sldId="265"/>
            <ac:picMk id="6" creationId="{00000000-0000-0000-0000-000000000000}"/>
          </ac:picMkLst>
        </pc:picChg>
        <pc:picChg chg="mod">
          <ac:chgData name="joseph kennedy" userId="d73e2e5c96da37e1" providerId="LiveId" clId="{AF90868A-455A-478F-B257-245F48E88B9A}" dt="2026-07-16T20:23:03.542" v="5" actId="1076"/>
          <ac:picMkLst>
            <pc:docMk/>
            <pc:sldMk cId="0" sldId="265"/>
            <ac:picMk id="7" creationId="{00000000-0000-0000-0000-000000000000}"/>
          </ac:picMkLst>
        </pc:picChg>
      </pc:sldChg>
      <pc:sldChg chg="modSp mod">
        <pc:chgData name="joseph kennedy" userId="d73e2e5c96da37e1" providerId="LiveId" clId="{AF90868A-455A-478F-B257-245F48E88B9A}" dt="2026-07-16T20:25:35.859" v="8" actId="1076"/>
        <pc:sldMkLst>
          <pc:docMk/>
          <pc:sldMk cId="0" sldId="270"/>
        </pc:sldMkLst>
        <pc:picChg chg="mod">
          <ac:chgData name="joseph kennedy" userId="d73e2e5c96da37e1" providerId="LiveId" clId="{AF90868A-455A-478F-B257-245F48E88B9A}" dt="2026-07-16T20:25:35.859" v="8" actId="1076"/>
          <ac:picMkLst>
            <pc:docMk/>
            <pc:sldMk cId="0" sldId="270"/>
            <ac:picMk id="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8769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B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·  DATA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prediction to prescription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stroke risk analytics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457200" cy="45720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stroke models tell you who is at risk. This one asks the harder question — for each patient, which intervention lowers their risk most, and by how much?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Kennedy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96735" y="6035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300" dirty="0">
                <a:solidFill>
                  <a:srgbClr val="9B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 ·  Predictive  ·  Prescriptive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 · 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alone doesn't prevent strokes — action does.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is the second-leading cause of death worldwide and the leading cause of adult disability. An estimated 80% of strokes are preventable through blood pressure control, glucose management, weight and smoking changes.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most published stroke risk models stop at a probability score — a number, not a plan. For a clinician or a patient, that's the least useful part of the answer.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2194560"/>
            <a:ext cx="5120640" cy="3291840"/>
          </a:xfrm>
          <a:prstGeom prst="roundRect">
            <a:avLst>
              <a:gd name="adj" fmla="val 4167"/>
            </a:avLst>
          </a:prstGeom>
          <a:solidFill>
            <a:srgbClr val="F5F3EC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D62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676656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strokes are preventable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0" y="4572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Stroke Organization / Lancet Neurology INTERSTROKE study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Prescription  ·  Stroke Risk Analytics Pipeline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 · 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Healthcare Stroke Dataset  ·  a real-world class-imbalance problem.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47874" cy="1554480"/>
          </a:xfrm>
          <a:prstGeom prst="roundRect">
            <a:avLst>
              <a:gd name="adj" fmla="val 7059"/>
            </a:avLst>
          </a:prstGeom>
          <a:solidFill>
            <a:srgbClr val="F5F3EC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2464994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5,110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3296412"/>
            <a:ext cx="246499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3674" y="2286000"/>
            <a:ext cx="2647874" cy="1554480"/>
          </a:xfrm>
          <a:prstGeom prst="roundRect">
            <a:avLst>
              <a:gd name="adj" fmla="val 7059"/>
            </a:avLst>
          </a:prstGeom>
          <a:solidFill>
            <a:srgbClr val="F5F3EC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425114" y="2514600"/>
            <a:ext cx="2464994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425114" y="3296412"/>
            <a:ext cx="246499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0148" y="2286000"/>
            <a:ext cx="2647874" cy="1554480"/>
          </a:xfrm>
          <a:prstGeom prst="roundRect">
            <a:avLst>
              <a:gd name="adj" fmla="val 7059"/>
            </a:avLst>
          </a:prstGeom>
          <a:solidFill>
            <a:srgbClr val="F5F3EC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301588" y="2514600"/>
            <a:ext cx="2464994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301588" y="3296412"/>
            <a:ext cx="246499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 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86621" y="2286000"/>
            <a:ext cx="2647874" cy="1554480"/>
          </a:xfrm>
          <a:prstGeom prst="roundRect">
            <a:avLst>
              <a:gd name="adj" fmla="val 7059"/>
            </a:avLst>
          </a:prstGeom>
          <a:solidFill>
            <a:srgbClr val="F5F3EC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178061" y="2514600"/>
            <a:ext cx="2464994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9178061" y="3296412"/>
            <a:ext cx="246499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captured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age, gender, ever married, work type, residence type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Clinical: hypertension, heart disease, average glucose, BMI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Behavioural: smoking status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stroke (binary)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35040" y="4160520"/>
            <a:ext cx="5669280" cy="2194560"/>
          </a:xfrm>
          <a:prstGeom prst="roundRect">
            <a:avLst>
              <a:gd name="adj" fmla="val 5000"/>
            </a:avLst>
          </a:prstGeom>
          <a:solidFill>
            <a:srgbClr val="FAFAF7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217920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46177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missing BMI values imputed by (age × gender) group mean, with a gender-only fallback for empty buckets.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'Other' gender row dropped for modelling — n=1 not learnable.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 one-hot encoded; binaries mapped 0/1; features standardised for linear and NB models.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Prescription  ·  Stroke Risk Analytics Pipeline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 · 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three-layer analytics stack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→ Predictive → Prescriptive  ·  each layer answers a different question.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545738" cy="4023360"/>
          </a:xfrm>
          <a:prstGeom prst="roundRect">
            <a:avLst>
              <a:gd name="adj" fmla="val 3868"/>
            </a:avLst>
          </a:prstGeom>
          <a:solidFill>
            <a:srgbClr val="FFFFFF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this happen to?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617720"/>
            <a:ext cx="29970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the sample and the stroke cohort. Distributions, comorbidities, age and glucose skews. Build the intuition a model has to respect.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80644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data cleaning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22978" y="2286000"/>
            <a:ext cx="3545738" cy="4023360"/>
          </a:xfrm>
          <a:prstGeom prst="roundRect">
            <a:avLst>
              <a:gd name="adj" fmla="val 3868"/>
            </a:avLst>
          </a:prstGeom>
          <a:solidFill>
            <a:srgbClr val="FFFFFF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597298" y="256032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97298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97298" y="352044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97298" y="3840480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likely to be next?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97298" y="4617720"/>
            <a:ext cx="29970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base models and three ensembles benchmarked head-to-head under class imbalance. Full diagnostic pack: ROC, PR, calibration, SHAP.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97298" y="580644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· XGBoost · RF · NB · Stacking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88757" y="2286000"/>
            <a:ext cx="3545738" cy="4023360"/>
          </a:xfrm>
          <a:prstGeom prst="roundRect">
            <a:avLst>
              <a:gd name="adj" fmla="val 3868"/>
            </a:avLst>
          </a:prstGeom>
          <a:solidFill>
            <a:srgbClr val="FFFFFF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8463077" y="256032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463077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463077" y="352044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63077" y="3840480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we do about it?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63077" y="4617720"/>
            <a:ext cx="29970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probabilities so they mean what they say, then run per-patient counterfactuals: how much does risk drop if hypertension, glucose, BMI or smoking is addressed?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63077" y="580644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risk % + counterfactual advice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Prescription  ·  Stroke Risk Analytics Pipeline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DESCRIPTIVE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dominates the signal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incidence rises sharply from age 55 and concentrates 65+.</a:t>
            </a:r>
            <a:endParaRPr lang="en-US" sz="1300" dirty="0"/>
          </a:p>
        </p:txBody>
      </p:sp>
      <p:pic>
        <p:nvPicPr>
          <p:cNvPr id="6" name="Image 0" descr="/sessions/quirky-compassionate-fermi/mnt/stroke prediction project/stroke to age et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194560"/>
            <a:ext cx="777240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2194560"/>
            <a:ext cx="3200400" cy="4023360"/>
          </a:xfrm>
          <a:prstGeom prst="roundRect">
            <a:avLst>
              <a:gd name="adj" fmla="val 3429"/>
            </a:avLst>
          </a:prstGeom>
          <a:solidFill>
            <a:srgbClr val="FAFAF7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868680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take-aways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0" y="2697480"/>
            <a:ext cx="2926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Whole-population age distribution is roughly uniform 0–80.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cohort skews heavily into the 60–80 bracket.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outlier: a 1.32-year-old case — real-world data isn't clean.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becomes the single strongest predictor in every model that follows.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Prescription  ·  Stroke Risk Analytics Pipeline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DESCRIPTIVE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distributions across the sample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population sits on the modifiable risk factors.</a:t>
            </a:r>
            <a:endParaRPr lang="en-US" sz="1300" dirty="0"/>
          </a:p>
        </p:txBody>
      </p:sp>
      <p:pic>
        <p:nvPicPr>
          <p:cNvPr id="6" name="Image 0" descr="/sessions/quirky-compassionate-fermi/mnt/stroke prediction project/distribution of colum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194560"/>
            <a:ext cx="6583680" cy="4023360"/>
          </a:xfrm>
          <a:prstGeom prst="rect">
            <a:avLst/>
          </a:prstGeom>
        </p:spPr>
      </p:pic>
      <p:pic>
        <p:nvPicPr>
          <p:cNvPr id="7" name="Image 1" descr="/sessions/quirky-compassionate-fermi/mnt/stroke prediction project/glucose and bmi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23760" y="2194560"/>
            <a:ext cx="4480560" cy="4023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Prescription  ·  Stroke Risk Analytics Pipeline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DESCRIPTIVE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Comorbidity totals in the sample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and heart disease sit far above the stroke base rate.</a:t>
            </a:r>
            <a:endParaRPr lang="en-US" sz="1300" dirty="0"/>
          </a:p>
        </p:txBody>
      </p:sp>
      <p:pic>
        <p:nvPicPr>
          <p:cNvPr id="6" name="Image 0" descr="/sessions/quirky-compassionate-fermi/mnt/stroke prediction project/health conditions in samp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194560"/>
            <a:ext cx="777240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2194560"/>
            <a:ext cx="3200400" cy="4023360"/>
          </a:xfrm>
          <a:prstGeom prst="roundRect">
            <a:avLst>
              <a:gd name="adj" fmla="val 3429"/>
            </a:avLst>
          </a:prstGeom>
          <a:solidFill>
            <a:srgbClr val="FAFAF7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868680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0" y="2697480"/>
            <a:ext cx="2926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is a low base-rate event — ~5% of the sample.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Comorbidities are ~10× more common than the outcome.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has to handle class imbalance without letting the majority class dominate.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class_weight='balanced' for linear / RF / NB, and scale_pos_weight for XGBoost.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Prescription  ·  Stroke Risk Analytics Pipeline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PREDICTIVE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models, three ensembles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brings a different worldview — combined they cover the space.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637178" cy="1920240"/>
          </a:xfrm>
          <a:prstGeom prst="roundRect">
            <a:avLst>
              <a:gd name="adj" fmla="val 5714"/>
            </a:avLst>
          </a:prstGeom>
          <a:solidFill>
            <a:srgbClr val="FAFAF7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127248"/>
            <a:ext cx="317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baseline. Standardised coefficients read like factor loadings — direct effect on log-odds of stroke.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7258" y="2194560"/>
            <a:ext cx="3637178" cy="1920240"/>
          </a:xfrm>
          <a:prstGeom prst="roundRect">
            <a:avLst>
              <a:gd name="adj" fmla="val 5714"/>
            </a:avLst>
          </a:prstGeom>
          <a:solidFill>
            <a:srgbClr val="FAFAF7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05858" y="237744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05858" y="26517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5858" y="3127248"/>
            <a:ext cx="317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trees. Handles non-linearities and interactions; SHAP values expose exactly what it learned.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7317" y="2194560"/>
            <a:ext cx="3637178" cy="1920240"/>
          </a:xfrm>
          <a:prstGeom prst="roundRect">
            <a:avLst>
              <a:gd name="adj" fmla="val 5714"/>
            </a:avLst>
          </a:prstGeom>
          <a:solidFill>
            <a:srgbClr val="FAFAF7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325917" y="237744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native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5917" y="26517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5917" y="3127248"/>
            <a:ext cx="317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trees voting. Feature importance with std bars, plus partial-dependence plots that reveal each feature's functional form.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3637178" cy="1920240"/>
          </a:xfrm>
          <a:prstGeom prst="roundRect">
            <a:avLst>
              <a:gd name="adj" fmla="val 5714"/>
            </a:avLst>
          </a:prstGeom>
          <a:solidFill>
            <a:srgbClr val="FAFAF7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85800" y="448056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475488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5230368"/>
            <a:ext cx="317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probabilistic baseline. Its Gaussian assumption is exposed by overlaying assumed vs. actual distributions.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77258" y="4297680"/>
            <a:ext cx="3637178" cy="1920240"/>
          </a:xfrm>
          <a:prstGeom prst="roundRect">
            <a:avLst>
              <a:gd name="adj" fmla="val 5714"/>
            </a:avLst>
          </a:prstGeom>
          <a:solidFill>
            <a:srgbClr val="FAFAF7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505858" y="448056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05858" y="475488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Voting (equal &amp; AUC-weighted)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05858" y="5230368"/>
            <a:ext cx="317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Soft-vote averages of the four base models — equal weights vs. weighted by individual AUC.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97317" y="4297680"/>
            <a:ext cx="3637178" cy="1920240"/>
          </a:xfrm>
          <a:prstGeom prst="roundRect">
            <a:avLst>
              <a:gd name="adj" fmla="val 5714"/>
            </a:avLst>
          </a:prstGeom>
          <a:solidFill>
            <a:srgbClr val="FAFAF7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325917" y="448056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25917" y="475488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25917" y="5230368"/>
            <a:ext cx="317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Meta-logistic regression trained on cross-validated base-model predictions — learns which model to trust when.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Prescription  ·  Stroke Risk Analytics Pipeline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PREDICTIVE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— the interpretable baseline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read like standardised factor loadings — direct effect on the log-odds of stroke.</a:t>
            </a:r>
            <a:endParaRPr lang="en-US" sz="1300" dirty="0"/>
          </a:p>
        </p:txBody>
      </p:sp>
      <p:pic>
        <p:nvPicPr>
          <p:cNvPr id="6" name="Image 0" descr="/sessions/quirky-compassionate-fermi/mnt/stroke prediction project/logistic regression facto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194560"/>
            <a:ext cx="5669280" cy="4023360"/>
          </a:xfrm>
          <a:prstGeom prst="rect">
            <a:avLst/>
          </a:prstGeom>
        </p:spPr>
      </p:pic>
      <p:pic>
        <p:nvPicPr>
          <p:cNvPr id="7" name="Image 1" descr="/sessions/quirky-compassionate-fermi/mnt/stroke prediction project/logistic metric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2194560"/>
            <a:ext cx="5394960" cy="4023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Prescription  ·  Stroke Risk Analytics Pipeline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PREDICTIVE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— capturing non-linearities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expose which features drove each individual prediction.</a:t>
            </a:r>
            <a:endParaRPr lang="en-US" sz="1300" dirty="0"/>
          </a:p>
        </p:txBody>
      </p:sp>
      <p:pic>
        <p:nvPicPr>
          <p:cNvPr id="6" name="Image 0" descr="/sessions/quirky-compassionate-fermi/mnt/stroke prediction project/xg boost metri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2309" y="2211813"/>
            <a:ext cx="7827610" cy="3257334"/>
          </a:xfrm>
          <a:prstGeom prst="rect">
            <a:avLst/>
          </a:prstGeom>
        </p:spPr>
      </p:pic>
      <p:pic>
        <p:nvPicPr>
          <p:cNvPr id="7" name="Image 1" descr="/sessions/quirky-compassionate-fermi/mnt/stroke prediction project/xg boost features im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89919" y="2512144"/>
            <a:ext cx="3930195" cy="29309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Prescription  ·  Stroke Risk Analytics Pipeline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PREDICTIVE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&amp; Naive Bayes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bagged-tree learner and one probabilistic baseline — for coverage of the model space.</a:t>
            </a:r>
            <a:endParaRPr lang="en-US" sz="1300" dirty="0"/>
          </a:p>
        </p:txBody>
      </p:sp>
      <p:pic>
        <p:nvPicPr>
          <p:cNvPr id="6" name="Image 0" descr="/sessions/quirky-compassionate-fermi/mnt/stroke prediction project/random forrest metri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194560"/>
            <a:ext cx="5669280" cy="4023360"/>
          </a:xfrm>
          <a:prstGeom prst="rect">
            <a:avLst/>
          </a:prstGeom>
        </p:spPr>
      </p:pic>
      <p:pic>
        <p:nvPicPr>
          <p:cNvPr id="7" name="Image 1" descr="/sessions/quirky-compassionate-fermi/mnt/stroke prediction project/naive bayes performanc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2194560"/>
            <a:ext cx="5394960" cy="4023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Prescription  ·  Stroke Risk Analytics Pipeline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PREDICTIVE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leaderboard — ensembles vs. base models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 PR-AUC and calibration compared head-to-head.</a:t>
            </a:r>
            <a:endParaRPr lang="en-US" sz="1300" dirty="0"/>
          </a:p>
        </p:txBody>
      </p:sp>
      <p:pic>
        <p:nvPicPr>
          <p:cNvPr id="6" name="Image 0" descr="/sessions/quirky-compassionate-fermi/mnt/stroke prediction project/ensemble scores predic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194560"/>
            <a:ext cx="777240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2194560"/>
            <a:ext cx="3200400" cy="4023360"/>
          </a:xfrm>
          <a:prstGeom prst="roundRect">
            <a:avLst>
              <a:gd name="adj" fmla="val 3429"/>
            </a:avLst>
          </a:prstGeom>
          <a:solidFill>
            <a:srgbClr val="FAFAF7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868680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chart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0" y="2697480"/>
            <a:ext cx="2926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alone is a misleading metric under 5% base rate — PR-AUC and calibration matter as much.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stacking ensemble edges base models on ranking, but gains are marginal.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Bayes' probabilities are systematically over-confident — visible in the calibration curve.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prescriptive layer: calibrated logistic regression — simple, honest, best calibration.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Prescription  ·  Stroke Risk Analytics Pipeline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PRESCRIPTIVE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 risk % — bands that mean what they say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 via 5-fold CV corrects class-weighted probabilities back to reality.</a:t>
            </a:r>
            <a:endParaRPr lang="en-US" sz="1300" dirty="0"/>
          </a:p>
        </p:txBody>
      </p:sp>
      <p:pic>
        <p:nvPicPr>
          <p:cNvPr id="6" name="Image 0" descr="/sessions/quirky-compassionate-fermi/mnt/stroke prediction project/stroke risk distribution prescriptiv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194560"/>
            <a:ext cx="5669280" cy="1920240"/>
          </a:xfrm>
          <a:prstGeom prst="rect">
            <a:avLst/>
          </a:prstGeom>
        </p:spPr>
      </p:pic>
      <p:pic>
        <p:nvPicPr>
          <p:cNvPr id="7" name="Image 1" descr="/sessions/quirky-compassionate-fermi/mnt/stroke prediction project/prescriptive predicted stroke ris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4251960"/>
            <a:ext cx="5669280" cy="2011680"/>
          </a:xfrm>
          <a:prstGeom prst="rect">
            <a:avLst/>
          </a:prstGeom>
        </p:spPr>
      </p:pic>
      <p:pic>
        <p:nvPicPr>
          <p:cNvPr id="8" name="Image 2" descr="/sessions/quirky-compassionate-fermi/mnt/stroke prediction project/predicted vs actual stroke risk prescriptiv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09360" y="2194560"/>
            <a:ext cx="5394960" cy="4023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Prescription  ·  Stroke Risk Analytics Pipeline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PRESCRIPTIVE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the Red band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ends up flagged Very High Risk — and are those flags clinically credible?</a:t>
            </a:r>
            <a:endParaRPr lang="en-US" sz="1300" dirty="0"/>
          </a:p>
        </p:txBody>
      </p:sp>
      <p:pic>
        <p:nvPicPr>
          <p:cNvPr id="6" name="Image 0" descr="/sessions/quirky-compassionate-fermi/mnt/stroke prediction project/red band patient breakdow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194560"/>
            <a:ext cx="777240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2194560"/>
            <a:ext cx="3200400" cy="4023360"/>
          </a:xfrm>
          <a:prstGeom prst="roundRect">
            <a:avLst>
              <a:gd name="adj" fmla="val 3429"/>
            </a:avLst>
          </a:prstGeom>
          <a:solidFill>
            <a:srgbClr val="FAFAF7"/>
          </a:solidFill>
          <a:ln w="12700">
            <a:solidFill>
              <a:srgbClr val="D4D2C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868680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sanity check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0" y="2697480"/>
            <a:ext cx="2926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band concentrates the expected profile: older, hypertensive, elevated glucose.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stroke rate rises monotonically with model-predicted band.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layer isolates the modifiable slice of risk — what a clinician can actually change.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patient gets a natural-language advice string with ranked interventions.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Prescription  ·  Stroke Risk Analytics Pipeline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— a patient-facing risk alert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analytics lands: an app alert built on the calibrated risk model and counterfactual advice.</a:t>
            </a:r>
            <a:endParaRPr lang="en-US" sz="1300" dirty="0"/>
          </a:p>
        </p:txBody>
      </p:sp>
      <p:pic>
        <p:nvPicPr>
          <p:cNvPr id="6" name="Image 0" descr="/sessions/quirky-compassionate-fermi/mnt/stroke prediction project/Pateint app stroke risk alert 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0007" y="2057400"/>
            <a:ext cx="2665562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0" y="2103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669280" y="26060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over numbers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292608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22% figure without context creates anxiety, not action. The band and framing lead — the model's math sits behind a 'See how this was calculated' tap.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0" y="35661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ranked by modelled impact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0" y="388620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intervention shows the estimated relative risk reduction — direct from the counterfactual layer in the notebook.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0" y="45262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the patient to a clinician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69280" y="48463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CTA is 'Book a chat with your GP'. Never a self-diagnosis loop.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69280" y="54864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disclaimer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0" y="58064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'Screening estimate. Not a diagnosis.' — the line that keeps the tool on the right side of MHRA / CE-marking rules.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Prescription  ·  Stroke Risk Analytics Pipeline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B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·  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tools used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57200" cy="45720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tool, not a diagnostic. With a ~5% base rate, high recall costs precision at every threshold.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data. Counterfactuals are model-implied risk reductions, not causal estimates.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is limited — no BP number, cholesterol, medication history or imaging.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dataset, no external validation. A production model needs a held-out cohort from a different source.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dominates. Much of the 'high risk' flag is really 'old' — the counterfactual layer isolates what's actually modifiable.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560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B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environment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·  Jupyter / Google Colab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B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·  numpy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B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·  xgboost  ·  shap  ·  CalibratedClassifierCV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617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B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4892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 ·  seaborn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5303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B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delivery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5577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xlsxwriter  ·  README + this deck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B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Kennedy  ·  Data Analytics Portfolio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1447</Words>
  <Application>Microsoft Office PowerPoint</Application>
  <PresentationFormat>Widescreen</PresentationFormat>
  <Paragraphs>196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Prediction to Prescription — Stroke Risk Analytics Pipeline</dc:title>
  <dc:subject>PptxGenJS Presentation</dc:subject>
  <dc:creator>Joseph Kennedy</dc:creator>
  <cp:lastModifiedBy>joseph kennedy</cp:lastModifiedBy>
  <cp:revision>1</cp:revision>
  <dcterms:created xsi:type="dcterms:W3CDTF">2026-07-16T20:15:49Z</dcterms:created>
  <dcterms:modified xsi:type="dcterms:W3CDTF">2026-07-16T20:25:44Z</dcterms:modified>
</cp:coreProperties>
</file>